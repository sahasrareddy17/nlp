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aja Kanchi" userId="4451d992ab73d071" providerId="LiveId" clId="{D78727FC-BC44-4C88-AD63-48A11355F372}"/>
    <pc:docChg chg="modSld">
      <pc:chgData name="Dhruvaja Kanchi" userId="4451d992ab73d071" providerId="LiveId" clId="{D78727FC-BC44-4C88-AD63-48A11355F372}" dt="2026-04-13T07:34:02.346" v="8" actId="255"/>
      <pc:docMkLst>
        <pc:docMk/>
      </pc:docMkLst>
      <pc:sldChg chg="modSp mod">
        <pc:chgData name="Dhruvaja Kanchi" userId="4451d992ab73d071" providerId="LiveId" clId="{D78727FC-BC44-4C88-AD63-48A11355F372}" dt="2026-04-13T07:34:02.346" v="8" actId="255"/>
        <pc:sldMkLst>
          <pc:docMk/>
          <pc:sldMk cId="1723923427" sldId="260"/>
        </pc:sldMkLst>
        <pc:spChg chg="mod">
          <ac:chgData name="Dhruvaja Kanchi" userId="4451d992ab73d071" providerId="LiveId" clId="{D78727FC-BC44-4C88-AD63-48A11355F372}" dt="2026-04-13T07:34:02.346" v="8" actId="255"/>
          <ac:spMkLst>
            <pc:docMk/>
            <pc:sldMk cId="1723923427" sldId="260"/>
            <ac:spMk id="3" creationId="{3E75C51A-0DA3-055A-67CE-67210470F6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6234-6F09-0CFF-6A96-9DF3011DE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80" y="2330245"/>
            <a:ext cx="8144134" cy="1953513"/>
          </a:xfrm>
        </p:spPr>
        <p:txBody>
          <a:bodyPr/>
          <a:lstStyle/>
          <a:p>
            <a:pPr algn="ctr"/>
            <a:r>
              <a:rPr lang="en-US" dirty="0"/>
              <a:t>LANGUAGE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6D305-9C28-C79F-90CE-DCB427C01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603" y="4283758"/>
            <a:ext cx="8473511" cy="413934"/>
          </a:xfrm>
        </p:spPr>
        <p:txBody>
          <a:bodyPr>
            <a:normAutofit/>
          </a:bodyPr>
          <a:lstStyle/>
          <a:p>
            <a:r>
              <a:rPr lang="en-US" sz="1800" dirty="0"/>
              <a:t>AUTOMATIC LANGUAGE IDENTIFICATION USING NLP</a:t>
            </a:r>
          </a:p>
        </p:txBody>
      </p:sp>
    </p:spTree>
    <p:extLst>
      <p:ext uri="{BB962C8B-B14F-4D97-AF65-F5344CB8AC3E}">
        <p14:creationId xmlns:p14="http://schemas.microsoft.com/office/powerpoint/2010/main" val="217305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A34F-D01D-33AF-A013-B34F569A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4CB32-A771-3949-80D8-3E38EB6A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13934"/>
            <a:ext cx="9613861" cy="4365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In today’s digital world, users generate large amounts of multilingual text data across platforms such as social media, websites, and applications. Identifying the language of a given text is crucial for tasks like translation, sentiment analysis, and content personalization.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However, manually detecting language is inefficient and error-prone, especially for short or mixed-language texts. Therefore, there is a need for an automated system that can accurately and quickly detect the language of input text using machine learning techniques.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0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DEE2-5B74-1208-E3D2-104BC2F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2318-353B-3FB6-1452-67B62CE8D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75" y="2228719"/>
            <a:ext cx="9613861" cy="41917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The key stakeholders involved in this system include: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End Users</a:t>
            </a:r>
            <a:r>
              <a:rPr lang="en-US" sz="2600" dirty="0">
                <a:solidFill>
                  <a:schemeClr val="bg1"/>
                </a:solidFill>
              </a:rPr>
              <a:t> – People who want to identify the language of a given text. 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Businesses/Organizations</a:t>
            </a:r>
            <a:r>
              <a:rPr lang="en-US" sz="2600" dirty="0">
                <a:solidFill>
                  <a:schemeClr val="bg1"/>
                </a:solidFill>
              </a:rPr>
              <a:t> – Companies that process multilingual data (e.g., customer feedback, chatbots). 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Developers</a:t>
            </a:r>
            <a:r>
              <a:rPr lang="en-US" sz="2600" dirty="0">
                <a:solidFill>
                  <a:schemeClr val="bg1"/>
                </a:solidFill>
              </a:rPr>
              <a:t> – Software engineers integrating language detection into applications. 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Researchers/Data Scientists</a:t>
            </a:r>
            <a:r>
              <a:rPr lang="en-US" sz="2600" dirty="0">
                <a:solidFill>
                  <a:schemeClr val="bg1"/>
                </a:solidFill>
              </a:rPr>
              <a:t> – For NLP-based research and improvements. 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Educational Institutions</a:t>
            </a:r>
            <a:r>
              <a:rPr lang="en-US" sz="2600" dirty="0">
                <a:solidFill>
                  <a:schemeClr val="bg1"/>
                </a:solidFill>
              </a:rPr>
              <a:t> – For learning and academic projects.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62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C9A2-4D59-EE7F-15E4-5FE2ED46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MODEL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5C51A-0DA3-055A-67CE-67210470F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0" y="2074605"/>
            <a:ext cx="4698358" cy="4601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Dataset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The dataset contains text samples in multiple languages.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Common features: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Text (sentence or paragraph)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Corresponding language label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Example languages: English, French,    Spanish, German, etc.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Preprocessing steps: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Lowercasing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Removing special characters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Tokenization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D46DC-F755-5402-C9AE-603196E28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3" y="2074605"/>
            <a:ext cx="4700058" cy="4601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Model Used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Machine Learning algorithms: 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Naive Bayes (</a:t>
            </a:r>
            <a:r>
              <a:rPr lang="en-US" sz="2400" b="1" dirty="0" err="1">
                <a:solidFill>
                  <a:schemeClr val="bg1"/>
                </a:solidFill>
              </a:rPr>
              <a:t>MultinomialNB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  <a:r>
              <a:rPr lang="en-US" sz="2400" dirty="0">
                <a:solidFill>
                  <a:schemeClr val="bg1"/>
                </a:solidFill>
              </a:rPr>
              <a:t> – works well for text classification.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TF-IDF Vectorizer</a:t>
            </a:r>
            <a:r>
              <a:rPr lang="en-US" sz="2400" dirty="0">
                <a:solidFill>
                  <a:schemeClr val="bg1"/>
                </a:solidFill>
              </a:rPr>
              <a:t> – converts text into numerical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2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1DBC-D34B-E7BE-387F-37AB1E0E3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33A4C-1CA6-C5FF-C958-3DF2481F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04102"/>
            <a:ext cx="9613861" cy="45425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- The model achieves high accuracy (typically </a:t>
            </a:r>
            <a:r>
              <a:rPr lang="en-US" sz="2200" b="1" dirty="0">
                <a:solidFill>
                  <a:schemeClr val="bg1"/>
                </a:solidFill>
              </a:rPr>
              <a:t>90–98%</a:t>
            </a:r>
            <a:r>
              <a:rPr lang="en-US" sz="2200" dirty="0">
                <a:solidFill>
                  <a:schemeClr val="bg1"/>
                </a:solidFill>
              </a:rPr>
              <a:t>, depending on dataset quality).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- Performs well for: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Medium and long text inputs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- Limitations: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Short texts may reduce accuracy 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Mixed-language sentences can confuse the model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Evaluation Metrics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</a:rPr>
              <a:t>Accuracy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</a:rPr>
              <a:t>Precision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</a:rPr>
              <a:t>Recall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</a:rPr>
              <a:t>F1-score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7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022E-9CE3-8060-1ECF-D4585A7E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6BDC5-DA93-0E23-3F70-EF4B0BA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43432"/>
            <a:ext cx="9613861" cy="4365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system is deployed as a web application using:</a:t>
            </a:r>
          </a:p>
          <a:p>
            <a:r>
              <a:rPr lang="en-US" b="1" dirty="0">
                <a:solidFill>
                  <a:schemeClr val="bg1"/>
                </a:solidFill>
              </a:rPr>
              <a:t>Frontend</a:t>
            </a:r>
            <a:r>
              <a:rPr lang="en-US" dirty="0">
                <a:solidFill>
                  <a:schemeClr val="bg1"/>
                </a:solidFill>
              </a:rPr>
              <a:t>: HTML, CSS </a:t>
            </a:r>
          </a:p>
          <a:p>
            <a:r>
              <a:rPr lang="en-US" b="1" dirty="0">
                <a:solidFill>
                  <a:schemeClr val="bg1"/>
                </a:solidFill>
              </a:rPr>
              <a:t>Backend</a:t>
            </a:r>
            <a:r>
              <a:rPr lang="en-US" dirty="0">
                <a:solidFill>
                  <a:schemeClr val="bg1"/>
                </a:solidFill>
              </a:rPr>
              <a:t>: Flask (Python)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How it works:</a:t>
            </a:r>
          </a:p>
          <a:p>
            <a:r>
              <a:rPr lang="en-US" dirty="0">
                <a:solidFill>
                  <a:schemeClr val="bg1"/>
                </a:solidFill>
              </a:rPr>
              <a:t>User enters text in the web interface </a:t>
            </a:r>
          </a:p>
          <a:p>
            <a:r>
              <a:rPr lang="en-US" dirty="0">
                <a:solidFill>
                  <a:schemeClr val="bg1"/>
                </a:solidFill>
              </a:rPr>
              <a:t>Text is sent to the Flask backend </a:t>
            </a:r>
          </a:p>
          <a:p>
            <a:r>
              <a:rPr lang="en-US" dirty="0">
                <a:solidFill>
                  <a:schemeClr val="bg1"/>
                </a:solidFill>
              </a:rPr>
              <a:t>Model processes the input </a:t>
            </a:r>
          </a:p>
          <a:p>
            <a:r>
              <a:rPr lang="en-US" dirty="0">
                <a:solidFill>
                  <a:schemeClr val="bg1"/>
                </a:solidFill>
              </a:rPr>
              <a:t>Predicted language is displayed instantly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2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5364-90F7-9DCA-8C6D-E035D306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711D-D0EA-EA57-627B-1DF07F27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33600"/>
            <a:ext cx="9613861" cy="44343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Language Detection System successfully automates the process of identifying languages from text input. It demonstrates how machine learning can be applied to real-world Natural Language Processing (NLP) problems.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It shows :</a:t>
            </a:r>
          </a:p>
          <a:p>
            <a:r>
              <a:rPr lang="en-US" sz="2800" dirty="0">
                <a:solidFill>
                  <a:schemeClr val="bg1"/>
                </a:solidFill>
              </a:rPr>
              <a:t>Efficient and fast language prediction </a:t>
            </a:r>
          </a:p>
          <a:p>
            <a:r>
              <a:rPr lang="en-US" sz="2800" dirty="0">
                <a:solidFill>
                  <a:schemeClr val="bg1"/>
                </a:solidFill>
              </a:rPr>
              <a:t>Scalable for real-time applications </a:t>
            </a:r>
          </a:p>
          <a:p>
            <a:r>
              <a:rPr lang="en-US" sz="2800" dirty="0">
                <a:solidFill>
                  <a:schemeClr val="bg1"/>
                </a:solidFill>
              </a:rPr>
              <a:t>Can be improved using deep learning models for higher accuracy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1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5840-6ACA-A9FA-A541-4478883C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B2E7-1D14-59AD-E917-231EF9FA6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Scikit-learn Documentation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Kaggle Language Detection Datasets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Python Flask Documentation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TF-IDF and Naïve Bayes tutorials</a:t>
            </a:r>
          </a:p>
        </p:txBody>
      </p:sp>
    </p:spTree>
    <p:extLst>
      <p:ext uri="{BB962C8B-B14F-4D97-AF65-F5344CB8AC3E}">
        <p14:creationId xmlns:p14="http://schemas.microsoft.com/office/powerpoint/2010/main" val="185510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981D-1ACF-5165-33BF-8038213C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PRESENTED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A2F2-2E02-A5BB-A097-62ECBC30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940" y="2505456"/>
            <a:ext cx="9613861" cy="35993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</a:rPr>
              <a:t>2403A52224 – K. DHRUVAJA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</a:rPr>
              <a:t>2403A52268 – B. SAHASRA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</a:rPr>
              <a:t>2403A52288 – L. SOWMYA SRI</a:t>
            </a:r>
          </a:p>
        </p:txBody>
      </p:sp>
    </p:spTree>
    <p:extLst>
      <p:ext uri="{BB962C8B-B14F-4D97-AF65-F5344CB8AC3E}">
        <p14:creationId xmlns:p14="http://schemas.microsoft.com/office/powerpoint/2010/main" val="24043125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{BB6A5E0B-1CEA-431A-BBC8-C41A7161049D}TF6e1c0bd6-43b7-4cba-aa12-42a644606054c9b78bf9-d218b69a002d</Template>
  <TotalTime>55</TotalTime>
  <Words>433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</vt:lpstr>
      <vt:lpstr>Berlin</vt:lpstr>
      <vt:lpstr>LANGUAGE DETECTION SYSTEM</vt:lpstr>
      <vt:lpstr>PROBLEM STATEMENT </vt:lpstr>
      <vt:lpstr>STAKEHOLDERS</vt:lpstr>
      <vt:lpstr>DATASET AND MODEL DISCUSSION</vt:lpstr>
      <vt:lpstr>RESULTS</vt:lpstr>
      <vt:lpstr>APPLICATION</vt:lpstr>
      <vt:lpstr>CONCLUSION</vt:lpstr>
      <vt:lpstr>REFERENCES</vt:lpstr>
      <vt:lpstr>PRESENTED 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Dhruvaja Kanchi</dc:creator>
  <cp:lastModifiedBy>Dhruvaja Kanchi</cp:lastModifiedBy>
  <cp:revision>1</cp:revision>
  <dcterms:created xsi:type="dcterms:W3CDTF">2026-04-13T06:38:49Z</dcterms:created>
  <dcterms:modified xsi:type="dcterms:W3CDTF">2026-04-13T07:34:03Z</dcterms:modified>
</cp:coreProperties>
</file>